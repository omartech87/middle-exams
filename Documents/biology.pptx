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2" r:id="rId7"/>
    <p:sldId id="289" r:id="rId8"/>
    <p:sldId id="263" r:id="rId9"/>
    <p:sldId id="264" r:id="rId10"/>
    <p:sldId id="290" r:id="rId11"/>
    <p:sldId id="266" r:id="rId12"/>
    <p:sldId id="267" r:id="rId13"/>
    <p:sldId id="268" r:id="rId14"/>
    <p:sldId id="269" r:id="rId15"/>
    <p:sldId id="270" r:id="rId16"/>
    <p:sldId id="271" r:id="rId17"/>
    <p:sldId id="291" r:id="rId18"/>
    <p:sldId id="272" r:id="rId19"/>
    <p:sldId id="273" r:id="rId20"/>
    <p:sldId id="274" r:id="rId21"/>
    <p:sldId id="275" r:id="rId22"/>
    <p:sldId id="276" r:id="rId23"/>
    <p:sldId id="286" r:id="rId24"/>
    <p:sldId id="287" r:id="rId25"/>
    <p:sldId id="288" r:id="rId26"/>
    <p:sldId id="292" r:id="rId27"/>
  </p:sldIdLst>
  <p:sldSz cx="113379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357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i/YRgX7aN1b0ooae+duh5LipJw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1E3F118-1699-46B0-9AE4-4364C3BC69B1}">
  <a:tblStyle styleId="{61E3F118-1699-46B0-9AE4-4364C3BC69B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1325" y="-341"/>
      </p:cViewPr>
      <p:guideLst>
        <p:guide orient="horz" pos="2160"/>
        <p:guide pos="35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0232636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8: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9: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2: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3: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4: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6: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19: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0: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32: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 name="Google Shape;368;p33:notes"/>
          <p:cNvSpPr>
            <a:spLocks noGrp="1" noRot="1" noChangeAspect="1"/>
          </p:cNvSpPr>
          <p:nvPr>
            <p:ph type="sldImg" idx="2"/>
          </p:nvPr>
        </p:nvSpPr>
        <p:spPr>
          <a:xfrm>
            <a:off x="595313" y="685800"/>
            <a:ext cx="56673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5"/>
          <p:cNvSpPr txBox="1">
            <a:spLocks noGrp="1"/>
          </p:cNvSpPr>
          <p:nvPr>
            <p:ph type="ctrTitle"/>
          </p:nvPr>
        </p:nvSpPr>
        <p:spPr>
          <a:xfrm>
            <a:off x="850345" y="2130426"/>
            <a:ext cx="9637236"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5"/>
          <p:cNvSpPr txBox="1">
            <a:spLocks noGrp="1"/>
          </p:cNvSpPr>
          <p:nvPr>
            <p:ph type="subTitle" idx="1"/>
          </p:nvPr>
        </p:nvSpPr>
        <p:spPr>
          <a:xfrm>
            <a:off x="1700689" y="3886200"/>
            <a:ext cx="7936548"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35"/>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5"/>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5"/>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36"/>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6"/>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6"/>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7"/>
          <p:cNvSpPr txBox="1">
            <a:spLocks noGrp="1"/>
          </p:cNvSpPr>
          <p:nvPr>
            <p:ph type="title"/>
          </p:nvPr>
        </p:nvSpPr>
        <p:spPr>
          <a:xfrm>
            <a:off x="566896" y="274638"/>
            <a:ext cx="1020413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7"/>
          <p:cNvSpPr txBox="1">
            <a:spLocks noGrp="1"/>
          </p:cNvSpPr>
          <p:nvPr>
            <p:ph type="body" idx="1"/>
          </p:nvPr>
        </p:nvSpPr>
        <p:spPr>
          <a:xfrm>
            <a:off x="566896" y="1600201"/>
            <a:ext cx="10204133"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7"/>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7"/>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7"/>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8"/>
          <p:cNvSpPr txBox="1">
            <a:spLocks noGrp="1"/>
          </p:cNvSpPr>
          <p:nvPr>
            <p:ph type="title"/>
          </p:nvPr>
        </p:nvSpPr>
        <p:spPr>
          <a:xfrm>
            <a:off x="895618" y="4406901"/>
            <a:ext cx="9637236"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8"/>
          <p:cNvSpPr txBox="1">
            <a:spLocks noGrp="1"/>
          </p:cNvSpPr>
          <p:nvPr>
            <p:ph type="body" idx="1"/>
          </p:nvPr>
        </p:nvSpPr>
        <p:spPr>
          <a:xfrm>
            <a:off x="895618" y="2906713"/>
            <a:ext cx="9637236"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8"/>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8"/>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8"/>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9"/>
          <p:cNvSpPr txBox="1">
            <a:spLocks noGrp="1"/>
          </p:cNvSpPr>
          <p:nvPr>
            <p:ph type="title"/>
          </p:nvPr>
        </p:nvSpPr>
        <p:spPr>
          <a:xfrm>
            <a:off x="566896" y="274638"/>
            <a:ext cx="1020413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9"/>
          <p:cNvSpPr txBox="1">
            <a:spLocks noGrp="1"/>
          </p:cNvSpPr>
          <p:nvPr>
            <p:ph type="body" idx="1"/>
          </p:nvPr>
        </p:nvSpPr>
        <p:spPr>
          <a:xfrm>
            <a:off x="566896" y="1600201"/>
            <a:ext cx="5007584"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9"/>
          <p:cNvSpPr txBox="1">
            <a:spLocks noGrp="1"/>
          </p:cNvSpPr>
          <p:nvPr>
            <p:ph type="body" idx="2"/>
          </p:nvPr>
        </p:nvSpPr>
        <p:spPr>
          <a:xfrm>
            <a:off x="5763445" y="1600201"/>
            <a:ext cx="5007584"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9"/>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9"/>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9"/>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0"/>
          <p:cNvSpPr txBox="1">
            <a:spLocks noGrp="1"/>
          </p:cNvSpPr>
          <p:nvPr>
            <p:ph type="title"/>
          </p:nvPr>
        </p:nvSpPr>
        <p:spPr>
          <a:xfrm>
            <a:off x="566896" y="274638"/>
            <a:ext cx="1020413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0"/>
          <p:cNvSpPr txBox="1">
            <a:spLocks noGrp="1"/>
          </p:cNvSpPr>
          <p:nvPr>
            <p:ph type="body" idx="1"/>
          </p:nvPr>
        </p:nvSpPr>
        <p:spPr>
          <a:xfrm>
            <a:off x="566896" y="1535113"/>
            <a:ext cx="500955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40"/>
          <p:cNvSpPr txBox="1">
            <a:spLocks noGrp="1"/>
          </p:cNvSpPr>
          <p:nvPr>
            <p:ph type="body" idx="2"/>
          </p:nvPr>
        </p:nvSpPr>
        <p:spPr>
          <a:xfrm>
            <a:off x="566896" y="2174875"/>
            <a:ext cx="500955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40"/>
          <p:cNvSpPr txBox="1">
            <a:spLocks noGrp="1"/>
          </p:cNvSpPr>
          <p:nvPr>
            <p:ph type="body" idx="3"/>
          </p:nvPr>
        </p:nvSpPr>
        <p:spPr>
          <a:xfrm>
            <a:off x="5759509" y="1535113"/>
            <a:ext cx="5011520"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40"/>
          <p:cNvSpPr txBox="1">
            <a:spLocks noGrp="1"/>
          </p:cNvSpPr>
          <p:nvPr>
            <p:ph type="body" idx="4"/>
          </p:nvPr>
        </p:nvSpPr>
        <p:spPr>
          <a:xfrm>
            <a:off x="5759509" y="2174875"/>
            <a:ext cx="5011520"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40"/>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0"/>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0"/>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1"/>
          <p:cNvSpPr txBox="1">
            <a:spLocks noGrp="1"/>
          </p:cNvSpPr>
          <p:nvPr>
            <p:ph type="title"/>
          </p:nvPr>
        </p:nvSpPr>
        <p:spPr>
          <a:xfrm>
            <a:off x="566896" y="274638"/>
            <a:ext cx="1020413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1"/>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1"/>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1"/>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2"/>
          <p:cNvSpPr txBox="1">
            <a:spLocks noGrp="1"/>
          </p:cNvSpPr>
          <p:nvPr>
            <p:ph type="title"/>
          </p:nvPr>
        </p:nvSpPr>
        <p:spPr>
          <a:xfrm>
            <a:off x="566897" y="273050"/>
            <a:ext cx="3730099"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2"/>
          <p:cNvSpPr txBox="1">
            <a:spLocks noGrp="1"/>
          </p:cNvSpPr>
          <p:nvPr>
            <p:ph type="body" idx="1"/>
          </p:nvPr>
        </p:nvSpPr>
        <p:spPr>
          <a:xfrm>
            <a:off x="4432814" y="273051"/>
            <a:ext cx="6338215"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42"/>
          <p:cNvSpPr txBox="1">
            <a:spLocks noGrp="1"/>
          </p:cNvSpPr>
          <p:nvPr>
            <p:ph type="body" idx="2"/>
          </p:nvPr>
        </p:nvSpPr>
        <p:spPr>
          <a:xfrm>
            <a:off x="566897" y="1435101"/>
            <a:ext cx="3730099"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42"/>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2"/>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2"/>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3"/>
          <p:cNvSpPr txBox="1">
            <a:spLocks noGrp="1"/>
          </p:cNvSpPr>
          <p:nvPr>
            <p:ph type="title"/>
          </p:nvPr>
        </p:nvSpPr>
        <p:spPr>
          <a:xfrm>
            <a:off x="2222313" y="4800600"/>
            <a:ext cx="6802755"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3"/>
          <p:cNvSpPr>
            <a:spLocks noGrp="1"/>
          </p:cNvSpPr>
          <p:nvPr>
            <p:ph type="pic" idx="2"/>
          </p:nvPr>
        </p:nvSpPr>
        <p:spPr>
          <a:xfrm>
            <a:off x="2222313" y="612775"/>
            <a:ext cx="6802755" cy="4114800"/>
          </a:xfrm>
          <a:prstGeom prst="rect">
            <a:avLst/>
          </a:prstGeom>
          <a:noFill/>
          <a:ln>
            <a:noFill/>
          </a:ln>
        </p:spPr>
      </p:sp>
      <p:sp>
        <p:nvSpPr>
          <p:cNvPr id="64" name="Google Shape;64;p43"/>
          <p:cNvSpPr txBox="1">
            <a:spLocks noGrp="1"/>
          </p:cNvSpPr>
          <p:nvPr>
            <p:ph type="body" idx="1"/>
          </p:nvPr>
        </p:nvSpPr>
        <p:spPr>
          <a:xfrm>
            <a:off x="2222313" y="5367338"/>
            <a:ext cx="6802755"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43"/>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3"/>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3"/>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4"/>
          <p:cNvSpPr txBox="1">
            <a:spLocks noGrp="1"/>
          </p:cNvSpPr>
          <p:nvPr>
            <p:ph type="title"/>
          </p:nvPr>
        </p:nvSpPr>
        <p:spPr>
          <a:xfrm>
            <a:off x="566896" y="274638"/>
            <a:ext cx="10204133"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4"/>
          <p:cNvSpPr txBox="1">
            <a:spLocks noGrp="1"/>
          </p:cNvSpPr>
          <p:nvPr>
            <p:ph type="body" idx="1"/>
          </p:nvPr>
        </p:nvSpPr>
        <p:spPr>
          <a:xfrm rot="5400000">
            <a:off x="3405981" y="-1238884"/>
            <a:ext cx="4525963" cy="1020413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4"/>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4"/>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4"/>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5"/>
          <p:cNvSpPr txBox="1">
            <a:spLocks noGrp="1"/>
          </p:cNvSpPr>
          <p:nvPr>
            <p:ph type="title"/>
          </p:nvPr>
        </p:nvSpPr>
        <p:spPr>
          <a:xfrm rot="5400000">
            <a:off x="6569750" y="1924885"/>
            <a:ext cx="5851525" cy="255103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5"/>
          <p:cNvSpPr txBox="1">
            <a:spLocks noGrp="1"/>
          </p:cNvSpPr>
          <p:nvPr>
            <p:ph type="body" idx="1"/>
          </p:nvPr>
        </p:nvSpPr>
        <p:spPr>
          <a:xfrm rot="5400000">
            <a:off x="1373201" y="-531665"/>
            <a:ext cx="5851525" cy="7464134"/>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5"/>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5"/>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5"/>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ar-J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4"/>
          <p:cNvSpPr txBox="1">
            <a:spLocks noGrp="1"/>
          </p:cNvSpPr>
          <p:nvPr>
            <p:ph type="title"/>
          </p:nvPr>
        </p:nvSpPr>
        <p:spPr>
          <a:xfrm>
            <a:off x="566896" y="274638"/>
            <a:ext cx="10204133"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4"/>
          <p:cNvSpPr txBox="1">
            <a:spLocks noGrp="1"/>
          </p:cNvSpPr>
          <p:nvPr>
            <p:ph type="body" idx="1"/>
          </p:nvPr>
        </p:nvSpPr>
        <p:spPr>
          <a:xfrm>
            <a:off x="566896" y="1600201"/>
            <a:ext cx="10204133"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4"/>
          <p:cNvSpPr txBox="1">
            <a:spLocks noGrp="1"/>
          </p:cNvSpPr>
          <p:nvPr>
            <p:ph type="dt" idx="10"/>
          </p:nvPr>
        </p:nvSpPr>
        <p:spPr>
          <a:xfrm>
            <a:off x="566896" y="6356351"/>
            <a:ext cx="264551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4"/>
          <p:cNvSpPr txBox="1">
            <a:spLocks noGrp="1"/>
          </p:cNvSpPr>
          <p:nvPr>
            <p:ph type="ftr" idx="11"/>
          </p:nvPr>
        </p:nvSpPr>
        <p:spPr>
          <a:xfrm>
            <a:off x="3873791" y="6356351"/>
            <a:ext cx="3590343"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4"/>
          <p:cNvSpPr txBox="1">
            <a:spLocks noGrp="1"/>
          </p:cNvSpPr>
          <p:nvPr>
            <p:ph type="sldNum" idx="12"/>
          </p:nvPr>
        </p:nvSpPr>
        <p:spPr>
          <a:xfrm>
            <a:off x="8125513" y="6356351"/>
            <a:ext cx="264551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ar-JO"/>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850345" y="2130426"/>
            <a:ext cx="9637236"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85" name="Google Shape;85;p1"/>
          <p:cNvSpPr txBox="1">
            <a:spLocks noGrp="1"/>
          </p:cNvSpPr>
          <p:nvPr>
            <p:ph type="subTitle" idx="1"/>
          </p:nvPr>
        </p:nvSpPr>
        <p:spPr>
          <a:xfrm>
            <a:off x="1700689" y="3886200"/>
            <a:ext cx="7936548"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86" name="Google Shape;86;p1"/>
          <p:cNvPicPr preferRelativeResize="0"/>
          <p:nvPr/>
        </p:nvPicPr>
        <p:blipFill rotWithShape="1">
          <a:blip r:embed="rId3">
            <a:alphaModFix/>
          </a:blip>
          <a:srcRect/>
          <a:stretch/>
        </p:blipFill>
        <p:spPr>
          <a:xfrm>
            <a:off x="472414" y="457201"/>
            <a:ext cx="10343656" cy="6019799"/>
          </a:xfrm>
          <a:prstGeom prst="rect">
            <a:avLst/>
          </a:prstGeom>
          <a:noFill/>
          <a:ln>
            <a:noFill/>
          </a:ln>
        </p:spPr>
      </p:pic>
      <p:sp>
        <p:nvSpPr>
          <p:cNvPr id="87" name="Google Shape;87;p1"/>
          <p:cNvSpPr/>
          <p:nvPr/>
        </p:nvSpPr>
        <p:spPr>
          <a:xfrm>
            <a:off x="1485955" y="2133600"/>
            <a:ext cx="5102066" cy="1600200"/>
          </a:xfrm>
          <a:prstGeom prst="roundRect">
            <a:avLst>
              <a:gd name="adj" fmla="val 16667"/>
            </a:avLst>
          </a:prstGeom>
          <a:solidFill>
            <a:schemeClr val="accent1">
              <a:alpha val="6666"/>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r>
              <a:rPr lang="ar-JO" sz="2400" b="1" i="0" u="none" strike="noStrike" cap="none">
                <a:solidFill>
                  <a:srgbClr val="FF0000"/>
                </a:solidFill>
                <a:latin typeface="Calibri"/>
                <a:ea typeface="Calibri"/>
                <a:cs typeface="Calibri"/>
                <a:sym typeface="Calibri"/>
              </a:rPr>
              <a:t>عرف</a:t>
            </a:r>
            <a:endParaRPr sz="2400" b="1" i="0" u="none" strike="noStrike" cap="none">
              <a:solidFill>
                <a:srgbClr val="FF0000"/>
              </a:solidFill>
              <a:latin typeface="Calibri"/>
              <a:ea typeface="Calibri"/>
              <a:cs typeface="Calibri"/>
              <a:sym typeface="Calibri"/>
            </a:endParaRPr>
          </a:p>
        </p:txBody>
      </p:sp>
      <p:sp>
        <p:nvSpPr>
          <p:cNvPr id="88" name="Google Shape;88;p1"/>
          <p:cNvSpPr/>
          <p:nvPr/>
        </p:nvSpPr>
        <p:spPr>
          <a:xfrm>
            <a:off x="3555986" y="3733800"/>
            <a:ext cx="3032036" cy="304800"/>
          </a:xfrm>
          <a:prstGeom prst="roundRect">
            <a:avLst>
              <a:gd name="adj" fmla="val 16667"/>
            </a:avLst>
          </a:prstGeom>
          <a:solidFill>
            <a:schemeClr val="accent1">
              <a:alpha val="6666"/>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a:solidFill>
                  <a:schemeClr val="dk1"/>
                </a:solidFill>
                <a:latin typeface="Calibri"/>
                <a:ea typeface="Calibri"/>
                <a:cs typeface="Calibri"/>
                <a:sym typeface="Calibri"/>
              </a:rPr>
              <a:t>10ص</a:t>
            </a:r>
            <a:endParaRPr sz="2800" b="1" i="0" u="none" strike="noStrike" cap="none">
              <a:solidFill>
                <a:schemeClr val="dk1"/>
              </a:solidFill>
              <a:latin typeface="Calibri"/>
              <a:ea typeface="Calibri"/>
              <a:cs typeface="Calibri"/>
              <a:sym typeface="Calibri"/>
            </a:endParaRPr>
          </a:p>
        </p:txBody>
      </p:sp>
      <p:sp>
        <p:nvSpPr>
          <p:cNvPr id="8" name="Google Shape;87;p1"/>
          <p:cNvSpPr/>
          <p:nvPr/>
        </p:nvSpPr>
        <p:spPr>
          <a:xfrm>
            <a:off x="1485956" y="4131892"/>
            <a:ext cx="5102066" cy="2038172"/>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b="1" i="0" u="none" strike="noStrike" cap="none" dirty="0">
              <a:solidFill>
                <a:srgbClr val="FF0000"/>
              </a:solidFill>
              <a:latin typeface="Calibri"/>
              <a:ea typeface="Calibri"/>
              <a:cs typeface="Calibri"/>
              <a:sym typeface="Calibri"/>
            </a:endParaRPr>
          </a:p>
        </p:txBody>
      </p:sp>
      <p:sp>
        <p:nvSpPr>
          <p:cNvPr id="9" name="Google Shape;88;p1"/>
          <p:cNvSpPr/>
          <p:nvPr/>
        </p:nvSpPr>
        <p:spPr>
          <a:xfrm>
            <a:off x="1555334" y="3790772"/>
            <a:ext cx="2000651" cy="304800"/>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8" grpId="0" animBg="1"/>
      <p:bldP spid="8"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2"/>
          <p:cNvPicPr preferRelativeResize="0"/>
          <p:nvPr/>
        </p:nvPicPr>
        <p:blipFill rotWithShape="1">
          <a:blip r:embed="rId3">
            <a:alphaModFix/>
          </a:blip>
          <a:srcRect/>
          <a:stretch/>
        </p:blipFill>
        <p:spPr>
          <a:xfrm>
            <a:off x="257607" y="1129014"/>
            <a:ext cx="11080318" cy="5728987"/>
          </a:xfrm>
          <a:prstGeom prst="rect">
            <a:avLst/>
          </a:prstGeom>
          <a:noFill/>
          <a:ln>
            <a:noFill/>
          </a:ln>
        </p:spPr>
      </p:pic>
      <p:sp>
        <p:nvSpPr>
          <p:cNvPr id="95" name="Google Shape;95;p2"/>
          <p:cNvSpPr/>
          <p:nvPr/>
        </p:nvSpPr>
        <p:spPr>
          <a:xfrm>
            <a:off x="472413" y="410441"/>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a:solidFill>
                  <a:schemeClr val="dk1"/>
                </a:solidFill>
                <a:latin typeface="Calibri"/>
                <a:ea typeface="Calibri"/>
                <a:cs typeface="Calibri"/>
                <a:sym typeface="Calibri"/>
              </a:rPr>
              <a:t>10ص </a:t>
            </a:r>
            <a:endParaRPr sz="2800" b="1" i="0" u="none" strike="noStrike" cap="none">
              <a:solidFill>
                <a:schemeClr val="dk1"/>
              </a:solidFill>
              <a:latin typeface="Calibri"/>
              <a:ea typeface="Calibri"/>
              <a:cs typeface="Calibri"/>
              <a:sym typeface="Calibri"/>
            </a:endParaRPr>
          </a:p>
        </p:txBody>
      </p:sp>
      <p:sp>
        <p:nvSpPr>
          <p:cNvPr id="96" name="Google Shape;96;p2"/>
          <p:cNvSpPr/>
          <p:nvPr/>
        </p:nvSpPr>
        <p:spPr>
          <a:xfrm>
            <a:off x="850344" y="1172442"/>
            <a:ext cx="6613790" cy="5456959"/>
          </a:xfrm>
          <a:prstGeom prst="roundRect">
            <a:avLst>
              <a:gd name="adj" fmla="val 16667"/>
            </a:avLst>
          </a:prstGeom>
          <a:solidFill>
            <a:schemeClr val="accent1">
              <a:alpha val="6666"/>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حفظ        </a:t>
            </a:r>
            <a:endParaRPr sz="2400" b="1"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14" y="639763"/>
            <a:ext cx="9666950" cy="534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 name="Google Shape;102;p3"/>
          <p:cNvSpPr/>
          <p:nvPr/>
        </p:nvSpPr>
        <p:spPr>
          <a:xfrm>
            <a:off x="4068763" y="2931206"/>
            <a:ext cx="6330341" cy="2153542"/>
          </a:xfrm>
          <a:prstGeom prst="roundRect">
            <a:avLst>
              <a:gd name="adj" fmla="val 16667"/>
            </a:avLst>
          </a:prstGeom>
          <a:solidFill>
            <a:schemeClr val="accent1">
              <a:alpha val="6666"/>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a:solidFill>
                  <a:srgbClr val="FF0000"/>
                </a:solidFill>
                <a:latin typeface="Calibri"/>
                <a:ea typeface="Calibri"/>
                <a:cs typeface="Calibri"/>
                <a:sym typeface="Calibri"/>
              </a:rPr>
              <a:t>           </a:t>
            </a:r>
            <a:endParaRPr sz="2400" b="1" i="0" u="none" strike="noStrike" cap="none">
              <a:solidFill>
                <a:srgbClr val="FF0000"/>
              </a:solidFill>
              <a:latin typeface="Calibri"/>
              <a:ea typeface="Calibri"/>
              <a:cs typeface="Calibri"/>
              <a:sym typeface="Calibri"/>
            </a:endParaRPr>
          </a:p>
        </p:txBody>
      </p:sp>
      <p:sp>
        <p:nvSpPr>
          <p:cNvPr id="103" name="Google Shape;103;p3"/>
          <p:cNvSpPr/>
          <p:nvPr/>
        </p:nvSpPr>
        <p:spPr>
          <a:xfrm>
            <a:off x="6137544" y="3366654"/>
            <a:ext cx="425172" cy="228600"/>
          </a:xfrm>
          <a:prstGeom prst="roundRect">
            <a:avLst>
              <a:gd name="adj" fmla="val 16667"/>
            </a:avLst>
          </a:prstGeom>
          <a:gradFill>
            <a:gsLst>
              <a:gs pos="0">
                <a:srgbClr val="992D2B"/>
              </a:gs>
              <a:gs pos="80000">
                <a:srgbClr val="C93D39"/>
              </a:gs>
              <a:gs pos="100000">
                <a:srgbClr val="CD3A36"/>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1800" b="0" i="0" u="none" strike="noStrike" cap="none" dirty="0">
                <a:solidFill>
                  <a:schemeClr val="lt1"/>
                </a:solidFill>
                <a:latin typeface="Calibri"/>
                <a:ea typeface="Calibri"/>
                <a:cs typeface="Calibri"/>
                <a:sym typeface="Calibri"/>
              </a:rPr>
              <a:t>1</a:t>
            </a:r>
            <a:endParaRPr sz="1800" b="0" i="0" u="none" strike="noStrike" cap="none" dirty="0">
              <a:solidFill>
                <a:schemeClr val="lt1"/>
              </a:solidFill>
              <a:latin typeface="Calibri"/>
              <a:ea typeface="Calibri"/>
              <a:cs typeface="Calibri"/>
              <a:sym typeface="Calibri"/>
            </a:endParaRPr>
          </a:p>
        </p:txBody>
      </p:sp>
      <p:sp>
        <p:nvSpPr>
          <p:cNvPr id="104" name="Google Shape;104;p3"/>
          <p:cNvSpPr/>
          <p:nvPr/>
        </p:nvSpPr>
        <p:spPr>
          <a:xfrm>
            <a:off x="9448271" y="4388524"/>
            <a:ext cx="566896" cy="263237"/>
          </a:xfrm>
          <a:prstGeom prst="roundRect">
            <a:avLst>
              <a:gd name="adj" fmla="val 16667"/>
            </a:avLst>
          </a:prstGeom>
          <a:gradFill>
            <a:gsLst>
              <a:gs pos="0">
                <a:srgbClr val="992D2B"/>
              </a:gs>
              <a:gs pos="80000">
                <a:srgbClr val="C93D39"/>
              </a:gs>
              <a:gs pos="100000">
                <a:srgbClr val="CD3A36"/>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1800" b="0" i="0" u="none" strike="noStrike" cap="none">
                <a:solidFill>
                  <a:schemeClr val="lt1"/>
                </a:solidFill>
                <a:latin typeface="Calibri"/>
                <a:ea typeface="Calibri"/>
                <a:cs typeface="Calibri"/>
                <a:sym typeface="Calibri"/>
              </a:rPr>
              <a:t>2</a:t>
            </a:r>
            <a:endParaRPr sz="1800" b="0" i="0" u="none" strike="noStrike" cap="none">
              <a:solidFill>
                <a:schemeClr val="lt1"/>
              </a:solidFill>
              <a:latin typeface="Calibri"/>
              <a:ea typeface="Calibri"/>
              <a:cs typeface="Calibri"/>
              <a:sym typeface="Calibri"/>
            </a:endParaRPr>
          </a:p>
        </p:txBody>
      </p:sp>
      <p:sp>
        <p:nvSpPr>
          <p:cNvPr id="105" name="Google Shape;105;p3"/>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a:solidFill>
                  <a:schemeClr val="dk1"/>
                </a:solidFill>
                <a:latin typeface="Calibri"/>
                <a:ea typeface="Calibri"/>
                <a:cs typeface="Calibri"/>
                <a:sym typeface="Calibri"/>
              </a:rPr>
              <a:t>11ص</a:t>
            </a:r>
            <a:endParaRPr sz="2800" b="1" i="0" u="none" strike="noStrike" cap="none">
              <a:solidFill>
                <a:schemeClr val="dk1"/>
              </a:solidFill>
              <a:latin typeface="Calibri"/>
              <a:ea typeface="Calibri"/>
              <a:cs typeface="Calibri"/>
              <a:sym typeface="Calibri"/>
            </a:endParaRPr>
          </a:p>
        </p:txBody>
      </p:sp>
      <p:sp>
        <p:nvSpPr>
          <p:cNvPr id="106" name="Google Shape;106;p3"/>
          <p:cNvSpPr/>
          <p:nvPr/>
        </p:nvSpPr>
        <p:spPr>
          <a:xfrm>
            <a:off x="3968274" y="859649"/>
            <a:ext cx="6430830" cy="2071557"/>
          </a:xfrm>
          <a:prstGeom prst="roundRect">
            <a:avLst>
              <a:gd name="adj" fmla="val 16667"/>
            </a:avLst>
          </a:prstGeom>
          <a:solidFill>
            <a:schemeClr val="accent1">
              <a:alpha val="6666"/>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9" name="Google Shape;88;p1"/>
          <p:cNvSpPr/>
          <p:nvPr/>
        </p:nvSpPr>
        <p:spPr>
          <a:xfrm>
            <a:off x="4136164" y="5157742"/>
            <a:ext cx="6262940" cy="823958"/>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6"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297" y="492125"/>
            <a:ext cx="9853301"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3" name="Google Shape;113;p4"/>
          <p:cNvSpPr/>
          <p:nvPr/>
        </p:nvSpPr>
        <p:spPr>
          <a:xfrm>
            <a:off x="3828516" y="580173"/>
            <a:ext cx="6336246" cy="1607549"/>
          </a:xfrm>
          <a:prstGeom prst="roundRect">
            <a:avLst>
              <a:gd name="adj" fmla="val 16667"/>
            </a:avLst>
          </a:prstGeom>
          <a:solidFill>
            <a:schemeClr val="accent1">
              <a:alpha val="6666"/>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6" name="Google Shape;114;p4"/>
          <p:cNvSpPr/>
          <p:nvPr/>
        </p:nvSpPr>
        <p:spPr>
          <a:xfrm>
            <a:off x="3828516" y="2187722"/>
            <a:ext cx="6336246" cy="1357359"/>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7" name="Google Shape;120;p5"/>
          <p:cNvSpPr/>
          <p:nvPr/>
        </p:nvSpPr>
        <p:spPr>
          <a:xfrm>
            <a:off x="3779147" y="3545081"/>
            <a:ext cx="6434983" cy="1855861"/>
          </a:xfrm>
          <a:prstGeom prst="roundRect">
            <a:avLst>
              <a:gd name="adj" fmla="val 16667"/>
            </a:avLst>
          </a:prstGeom>
          <a:solidFill>
            <a:srgbClr val="FFFF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8" name="Google Shape;105;p3"/>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dirty="0" smtClean="0">
                <a:solidFill>
                  <a:schemeClr val="dk1"/>
                </a:solidFill>
                <a:latin typeface="Calibri"/>
                <a:ea typeface="Calibri"/>
                <a:cs typeface="Calibri"/>
                <a:sym typeface="Calibri"/>
              </a:rPr>
              <a:t>11ص</a:t>
            </a:r>
            <a:endParaRPr sz="2800" b="1"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775" y="715963"/>
            <a:ext cx="9350375" cy="518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0" name="Google Shape;120;p5"/>
          <p:cNvSpPr/>
          <p:nvPr/>
        </p:nvSpPr>
        <p:spPr>
          <a:xfrm>
            <a:off x="910973" y="990600"/>
            <a:ext cx="8159141" cy="769834"/>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21" name="Google Shape;121;p5"/>
          <p:cNvSpPr/>
          <p:nvPr/>
        </p:nvSpPr>
        <p:spPr>
          <a:xfrm>
            <a:off x="486651" y="3210370"/>
            <a:ext cx="6629400" cy="2515312"/>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a:solidFill>
                  <a:srgbClr val="FF0000"/>
                </a:solidFill>
                <a:latin typeface="Calibri"/>
                <a:ea typeface="Calibri"/>
                <a:cs typeface="Calibri"/>
                <a:sym typeface="Calibri"/>
              </a:rPr>
              <a:t>           </a:t>
            </a:r>
            <a:endParaRPr sz="2400" b="1" i="0" u="none" strike="noStrike" cap="none">
              <a:solidFill>
                <a:srgbClr val="FF0000"/>
              </a:solidFill>
              <a:latin typeface="Calibri"/>
              <a:ea typeface="Calibri"/>
              <a:cs typeface="Calibri"/>
              <a:sym typeface="Calibri"/>
            </a:endParaRPr>
          </a:p>
        </p:txBody>
      </p:sp>
      <p:sp>
        <p:nvSpPr>
          <p:cNvPr id="6" name="Google Shape;105;p3"/>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dirty="0" smtClean="0">
                <a:solidFill>
                  <a:schemeClr val="dk1"/>
                </a:solidFill>
                <a:latin typeface="Calibri"/>
                <a:ea typeface="Calibri"/>
                <a:cs typeface="Calibri"/>
                <a:sym typeface="Calibri"/>
              </a:rPr>
              <a:t>1</a:t>
            </a:r>
            <a:r>
              <a:rPr lang="en-US" sz="2800" b="1" i="0" u="none" strike="noStrike" cap="none" dirty="0" smtClean="0">
                <a:solidFill>
                  <a:schemeClr val="dk1"/>
                </a:solidFill>
                <a:latin typeface="Calibri"/>
                <a:ea typeface="Calibri"/>
                <a:cs typeface="Calibri"/>
                <a:sym typeface="Calibri"/>
              </a:rPr>
              <a:t>2</a:t>
            </a:r>
            <a:r>
              <a:rPr lang="ar-JO" sz="2800" b="1" i="0" u="none" strike="noStrike" cap="none" dirty="0" smtClean="0">
                <a:solidFill>
                  <a:schemeClr val="dk1"/>
                </a:solidFill>
                <a:latin typeface="Calibri"/>
                <a:ea typeface="Calibri"/>
                <a:cs typeface="Calibri"/>
                <a:sym typeface="Calibri"/>
              </a:rPr>
              <a:t>ص</a:t>
            </a:r>
            <a:endParaRPr sz="2800" b="1"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932" y="582821"/>
            <a:ext cx="10560139" cy="573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 name="Google Shape;133;p7"/>
          <p:cNvSpPr/>
          <p:nvPr/>
        </p:nvSpPr>
        <p:spPr>
          <a:xfrm>
            <a:off x="733779" y="1214928"/>
            <a:ext cx="6330341" cy="2152115"/>
          </a:xfrm>
          <a:prstGeom prst="roundRect">
            <a:avLst>
              <a:gd name="adj" fmla="val 16667"/>
            </a:avLst>
          </a:prstGeom>
          <a:solidFill>
            <a:schemeClr val="accent1">
              <a:alpha val="6666"/>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35" name="Google Shape;135;p7"/>
          <p:cNvSpPr/>
          <p:nvPr/>
        </p:nvSpPr>
        <p:spPr>
          <a:xfrm>
            <a:off x="733779" y="3367043"/>
            <a:ext cx="6330341" cy="1486968"/>
          </a:xfrm>
          <a:prstGeom prst="roundRect">
            <a:avLst>
              <a:gd name="adj" fmla="val 16667"/>
            </a:avLst>
          </a:prstGeom>
          <a:solidFill>
            <a:srgbClr val="FFFF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36" name="Google Shape;136;p7"/>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dirty="0" smtClean="0">
                <a:solidFill>
                  <a:schemeClr val="dk1"/>
                </a:solidFill>
                <a:latin typeface="Calibri"/>
                <a:ea typeface="Calibri"/>
                <a:cs typeface="Calibri"/>
                <a:sym typeface="Calibri"/>
              </a:rPr>
              <a:t>1</a:t>
            </a:r>
            <a:r>
              <a:rPr lang="en-US" sz="2800" b="1" i="0" u="none" strike="noStrike" cap="none" dirty="0" smtClean="0">
                <a:solidFill>
                  <a:schemeClr val="dk1"/>
                </a:solidFill>
                <a:latin typeface="Calibri"/>
                <a:ea typeface="Calibri"/>
                <a:cs typeface="Calibri"/>
                <a:sym typeface="Calibri"/>
              </a:rPr>
              <a:t>4</a:t>
            </a:r>
            <a:r>
              <a:rPr lang="ar-JO" sz="2800" b="1" i="0" u="none" strike="noStrike" cap="none" dirty="0" smtClean="0">
                <a:solidFill>
                  <a:schemeClr val="dk1"/>
                </a:solidFill>
                <a:latin typeface="Calibri"/>
                <a:ea typeface="Calibri"/>
                <a:cs typeface="Calibri"/>
                <a:sym typeface="Calibri"/>
              </a:rPr>
              <a:t>ص</a:t>
            </a:r>
            <a:endParaRPr sz="2800" b="1" i="0" u="none" strike="noStrike" cap="none" dirty="0">
              <a:solidFill>
                <a:schemeClr val="dk1"/>
              </a:solidFill>
              <a:latin typeface="Calibri"/>
              <a:ea typeface="Calibri"/>
              <a:cs typeface="Calibri"/>
              <a:sym typeface="Calibri"/>
            </a:endParaRPr>
          </a:p>
        </p:txBody>
      </p:sp>
      <p:sp>
        <p:nvSpPr>
          <p:cNvPr id="7" name="Google Shape;135;p7"/>
          <p:cNvSpPr/>
          <p:nvPr/>
        </p:nvSpPr>
        <p:spPr>
          <a:xfrm>
            <a:off x="5862415" y="4973651"/>
            <a:ext cx="1298962" cy="324741"/>
          </a:xfrm>
          <a:prstGeom prst="roundRect">
            <a:avLst>
              <a:gd name="adj" fmla="val 16667"/>
            </a:avLst>
          </a:prstGeom>
          <a:solidFill>
            <a:srgbClr val="FFFF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animBg="1"/>
      <p:bldP spid="135"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194" y="415510"/>
            <a:ext cx="10425870" cy="6250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2468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8"/>
          <p:cNvPicPr preferRelativeResize="0"/>
          <p:nvPr/>
        </p:nvPicPr>
        <p:blipFill rotWithShape="1">
          <a:blip r:embed="rId3">
            <a:alphaModFix/>
          </a:blip>
          <a:srcRect/>
          <a:stretch/>
        </p:blipFill>
        <p:spPr>
          <a:xfrm>
            <a:off x="472414" y="609600"/>
            <a:ext cx="10657441" cy="5462028"/>
          </a:xfrm>
          <a:prstGeom prst="rect">
            <a:avLst/>
          </a:prstGeom>
          <a:noFill/>
          <a:ln>
            <a:noFill/>
          </a:ln>
        </p:spPr>
      </p:pic>
      <p:sp>
        <p:nvSpPr>
          <p:cNvPr id="142" name="Google Shape;142;p8"/>
          <p:cNvSpPr/>
          <p:nvPr/>
        </p:nvSpPr>
        <p:spPr>
          <a:xfrm>
            <a:off x="661379" y="2118449"/>
            <a:ext cx="6330341" cy="2910751"/>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a:solidFill>
                  <a:srgbClr val="FF0000"/>
                </a:solidFill>
                <a:latin typeface="Calibri"/>
                <a:ea typeface="Calibri"/>
                <a:cs typeface="Calibri"/>
                <a:sym typeface="Calibri"/>
              </a:rPr>
              <a:t>           </a:t>
            </a:r>
            <a:endParaRPr sz="2400" b="1" i="0" u="none" strike="noStrike" cap="none">
              <a:solidFill>
                <a:srgbClr val="FF0000"/>
              </a:solidFill>
              <a:latin typeface="Calibri"/>
              <a:ea typeface="Calibri"/>
              <a:cs typeface="Calibri"/>
              <a:sym typeface="Calibri"/>
            </a:endParaRPr>
          </a:p>
        </p:txBody>
      </p:sp>
      <p:sp>
        <p:nvSpPr>
          <p:cNvPr id="143" name="Google Shape;143;p8"/>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dirty="0" smtClean="0">
                <a:solidFill>
                  <a:schemeClr val="dk1"/>
                </a:solidFill>
                <a:latin typeface="Calibri"/>
                <a:ea typeface="Calibri"/>
                <a:cs typeface="Calibri"/>
                <a:sym typeface="Calibri"/>
              </a:rPr>
              <a:t>1</a:t>
            </a:r>
            <a:r>
              <a:rPr lang="en-US" sz="2800" b="1" i="0" u="none" strike="noStrike" cap="none" dirty="0" smtClean="0">
                <a:solidFill>
                  <a:schemeClr val="dk1"/>
                </a:solidFill>
                <a:latin typeface="Calibri"/>
                <a:ea typeface="Calibri"/>
                <a:cs typeface="Calibri"/>
                <a:sym typeface="Calibri"/>
              </a:rPr>
              <a:t>7</a:t>
            </a:r>
            <a:r>
              <a:rPr lang="ar-JO" sz="2800" b="1" i="0" u="none" strike="noStrike" cap="none" dirty="0" smtClean="0">
                <a:solidFill>
                  <a:schemeClr val="dk1"/>
                </a:solidFill>
                <a:latin typeface="Calibri"/>
                <a:ea typeface="Calibri"/>
                <a:cs typeface="Calibri"/>
                <a:sym typeface="Calibri"/>
              </a:rPr>
              <a:t>ص</a:t>
            </a:r>
            <a:endParaRPr sz="2800" b="1"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50" name="Google Shape;150;p9"/>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dirty="0" smtClean="0">
                <a:solidFill>
                  <a:schemeClr val="dk1"/>
                </a:solidFill>
                <a:latin typeface="Calibri"/>
                <a:ea typeface="Calibri"/>
                <a:cs typeface="Calibri"/>
                <a:sym typeface="Calibri"/>
              </a:rPr>
              <a:t>1</a:t>
            </a:r>
            <a:r>
              <a:rPr lang="en-US" sz="2800" b="1" i="0" u="none" strike="noStrike" cap="none" dirty="0" smtClean="0">
                <a:solidFill>
                  <a:schemeClr val="dk1"/>
                </a:solidFill>
                <a:latin typeface="Calibri"/>
                <a:ea typeface="Calibri"/>
                <a:cs typeface="Calibri"/>
                <a:sym typeface="Calibri"/>
              </a:rPr>
              <a:t>8</a:t>
            </a:r>
            <a:r>
              <a:rPr lang="ar-JO" sz="2800" b="1" i="0" u="none" strike="noStrike" cap="none" dirty="0" smtClean="0">
                <a:solidFill>
                  <a:schemeClr val="dk1"/>
                </a:solidFill>
                <a:latin typeface="Calibri"/>
                <a:ea typeface="Calibri"/>
                <a:cs typeface="Calibri"/>
                <a:sym typeface="Calibri"/>
              </a:rPr>
              <a:t>ص</a:t>
            </a:r>
            <a:endParaRPr sz="2800" b="1" i="0" u="none" strike="noStrike" cap="none" dirty="0">
              <a:solidFill>
                <a:schemeClr val="dk1"/>
              </a:solidFill>
              <a:latin typeface="Calibri"/>
              <a:ea typeface="Calibri"/>
              <a:cs typeface="Calibri"/>
              <a:sym typeface="Calibri"/>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50" y="1549400"/>
            <a:ext cx="893921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Google Shape;156;p10"/>
          <p:cNvSpPr/>
          <p:nvPr/>
        </p:nvSpPr>
        <p:spPr>
          <a:xfrm>
            <a:off x="750777" y="685800"/>
            <a:ext cx="9620057" cy="5791200"/>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338" y="1255713"/>
            <a:ext cx="8732837" cy="470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Google Shape;156;p10"/>
          <p:cNvSpPr/>
          <p:nvPr/>
        </p:nvSpPr>
        <p:spPr>
          <a:xfrm>
            <a:off x="789612" y="457200"/>
            <a:ext cx="9620057" cy="5791200"/>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a:solidFill>
                  <a:srgbClr val="FF0000"/>
                </a:solidFill>
                <a:latin typeface="Calibri"/>
                <a:ea typeface="Calibri"/>
                <a:cs typeface="Calibri"/>
                <a:sym typeface="Calibri"/>
              </a:rPr>
              <a:t>           </a:t>
            </a:r>
            <a:endParaRPr sz="2400" b="1" i="0" u="none" strike="noStrike" cap="none">
              <a:solidFill>
                <a:srgbClr val="FF0000"/>
              </a:solidFill>
              <a:latin typeface="Calibri"/>
              <a:ea typeface="Calibri"/>
              <a:cs typeface="Calibri"/>
              <a:sym typeface="Calibri"/>
            </a:endParaRPr>
          </a:p>
        </p:txBody>
      </p:sp>
      <p:sp>
        <p:nvSpPr>
          <p:cNvPr id="4" name="Google Shape;150;p9"/>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dirty="0" smtClean="0">
                <a:solidFill>
                  <a:schemeClr val="dk1"/>
                </a:solidFill>
                <a:latin typeface="Calibri"/>
                <a:ea typeface="Calibri"/>
                <a:cs typeface="Calibri"/>
                <a:sym typeface="Calibri"/>
              </a:rPr>
              <a:t>1</a:t>
            </a:r>
            <a:r>
              <a:rPr lang="en-US" sz="2800" b="1" i="0" u="none" strike="noStrike" cap="none" dirty="0" smtClean="0">
                <a:solidFill>
                  <a:schemeClr val="dk1"/>
                </a:solidFill>
                <a:latin typeface="Calibri"/>
                <a:ea typeface="Calibri"/>
                <a:cs typeface="Calibri"/>
                <a:sym typeface="Calibri"/>
              </a:rPr>
              <a:t>8</a:t>
            </a:r>
            <a:r>
              <a:rPr lang="ar-JO" sz="2800" b="1" i="0" u="none" strike="noStrike" cap="none" dirty="0" smtClean="0">
                <a:solidFill>
                  <a:schemeClr val="dk1"/>
                </a:solidFill>
                <a:latin typeface="Calibri"/>
                <a:ea typeface="Calibri"/>
                <a:cs typeface="Calibri"/>
                <a:sym typeface="Calibri"/>
              </a:rPr>
              <a:t>ص</a:t>
            </a:r>
            <a:endParaRPr sz="28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907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221" y="1850106"/>
            <a:ext cx="8542337" cy="3439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156;p10"/>
          <p:cNvSpPr/>
          <p:nvPr/>
        </p:nvSpPr>
        <p:spPr>
          <a:xfrm>
            <a:off x="789612" y="457200"/>
            <a:ext cx="9620057" cy="5791200"/>
          </a:xfrm>
          <a:prstGeom prst="roundRect">
            <a:avLst>
              <a:gd name="adj" fmla="val 16667"/>
            </a:avLst>
          </a:prstGeom>
          <a:solidFill>
            <a:srgbClr val="FF0000">
              <a:alpha val="6666"/>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a:solidFill>
                  <a:srgbClr val="FF0000"/>
                </a:solidFill>
                <a:latin typeface="Calibri"/>
                <a:ea typeface="Calibri"/>
                <a:cs typeface="Calibri"/>
                <a:sym typeface="Calibri"/>
              </a:rPr>
              <a:t>           </a:t>
            </a:r>
            <a:endParaRPr sz="2400" b="1" i="0" u="none" strike="noStrike" cap="none">
              <a:solidFill>
                <a:srgbClr val="FF0000"/>
              </a:solidFill>
              <a:latin typeface="Calibri"/>
              <a:ea typeface="Calibri"/>
              <a:cs typeface="Calibri"/>
              <a:sym typeface="Calibri"/>
            </a:endParaRPr>
          </a:p>
        </p:txBody>
      </p:sp>
      <p:sp>
        <p:nvSpPr>
          <p:cNvPr id="8" name="Google Shape;150;p9"/>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dirty="0" smtClean="0">
                <a:solidFill>
                  <a:schemeClr val="dk1"/>
                </a:solidFill>
                <a:latin typeface="Calibri"/>
                <a:ea typeface="Calibri"/>
                <a:cs typeface="Calibri"/>
                <a:sym typeface="Calibri"/>
              </a:rPr>
              <a:t>1</a:t>
            </a:r>
            <a:r>
              <a:rPr lang="en-US" sz="2800" b="1" i="0" u="none" strike="noStrike" cap="none" dirty="0" smtClean="0">
                <a:solidFill>
                  <a:schemeClr val="dk1"/>
                </a:solidFill>
                <a:latin typeface="Calibri"/>
                <a:ea typeface="Calibri"/>
                <a:cs typeface="Calibri"/>
                <a:sym typeface="Calibri"/>
              </a:rPr>
              <a:t>8</a:t>
            </a:r>
            <a:r>
              <a:rPr lang="ar-JO" sz="2800" b="1" i="0" u="none" strike="noStrike" cap="none" dirty="0" smtClean="0">
                <a:solidFill>
                  <a:schemeClr val="dk1"/>
                </a:solidFill>
                <a:latin typeface="Calibri"/>
                <a:ea typeface="Calibri"/>
                <a:cs typeface="Calibri"/>
                <a:sym typeface="Calibri"/>
              </a:rPr>
              <a:t>ص</a:t>
            </a:r>
            <a:endParaRPr sz="2800" b="1"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859" y="950912"/>
            <a:ext cx="10151769" cy="531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1" name="Google Shape;171;p12"/>
          <p:cNvSpPr/>
          <p:nvPr/>
        </p:nvSpPr>
        <p:spPr>
          <a:xfrm>
            <a:off x="183061" y="3810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i="0" u="none" strike="noStrike" cap="none" dirty="0" smtClean="0">
                <a:solidFill>
                  <a:schemeClr val="dk1"/>
                </a:solidFill>
                <a:latin typeface="Calibri"/>
                <a:ea typeface="Calibri"/>
                <a:cs typeface="Calibri"/>
                <a:sym typeface="Calibri"/>
              </a:rPr>
              <a:t>ص 19</a:t>
            </a:r>
            <a:endParaRPr sz="2800" b="1" i="0" u="none" strike="noStrike" cap="none" dirty="0">
              <a:solidFill>
                <a:schemeClr val="dk1"/>
              </a:solidFill>
              <a:latin typeface="Calibri"/>
              <a:ea typeface="Calibri"/>
              <a:cs typeface="Calibri"/>
              <a:sym typeface="Calibri"/>
            </a:endParaRPr>
          </a:p>
        </p:txBody>
      </p:sp>
      <p:cxnSp>
        <p:nvCxnSpPr>
          <p:cNvPr id="3" name="Straight Connector 2"/>
          <p:cNvCxnSpPr/>
          <p:nvPr/>
        </p:nvCxnSpPr>
        <p:spPr>
          <a:xfrm flipH="1">
            <a:off x="4136571" y="2209800"/>
            <a:ext cx="14804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5127171" y="2601686"/>
            <a:ext cx="53231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3973286" y="2601686"/>
            <a:ext cx="90351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6487886" y="3037115"/>
            <a:ext cx="3962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4136571" y="3766457"/>
            <a:ext cx="420188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4136571" y="4180114"/>
            <a:ext cx="268877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7924800" y="4572000"/>
            <a:ext cx="24275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3853543" y="4887686"/>
            <a:ext cx="14804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4136571" y="5344886"/>
            <a:ext cx="63137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5976257" y="5682343"/>
            <a:ext cx="447402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876800" y="1807029"/>
            <a:ext cx="298480" cy="338554"/>
          </a:xfrm>
          <a:prstGeom prst="rect">
            <a:avLst/>
          </a:prstGeom>
          <a:noFill/>
          <a:ln>
            <a:solidFill>
              <a:srgbClr val="FF0000"/>
            </a:solidFill>
          </a:ln>
        </p:spPr>
        <p:txBody>
          <a:bodyPr wrap="none" rtlCol="0">
            <a:spAutoFit/>
          </a:bodyPr>
          <a:lstStyle/>
          <a:p>
            <a:r>
              <a:rPr lang="ar-JO" sz="1600" b="1" dirty="0" smtClean="0">
                <a:solidFill>
                  <a:srgbClr val="C00000"/>
                </a:solidFill>
              </a:rPr>
              <a:t>1</a:t>
            </a:r>
            <a:endParaRPr lang="en-US" sz="1600" b="1" dirty="0">
              <a:solidFill>
                <a:srgbClr val="C00000"/>
              </a:solidFill>
            </a:endParaRPr>
          </a:p>
        </p:txBody>
      </p:sp>
      <p:sp>
        <p:nvSpPr>
          <p:cNvPr id="28" name="TextBox 27"/>
          <p:cNvSpPr txBox="1"/>
          <p:nvPr/>
        </p:nvSpPr>
        <p:spPr>
          <a:xfrm>
            <a:off x="3785069" y="2263132"/>
            <a:ext cx="298480" cy="338554"/>
          </a:xfrm>
          <a:prstGeom prst="rect">
            <a:avLst/>
          </a:prstGeom>
          <a:noFill/>
          <a:ln>
            <a:solidFill>
              <a:srgbClr val="FF0000"/>
            </a:solidFill>
          </a:ln>
        </p:spPr>
        <p:txBody>
          <a:bodyPr wrap="none" rtlCol="0">
            <a:spAutoFit/>
          </a:bodyPr>
          <a:lstStyle/>
          <a:p>
            <a:r>
              <a:rPr lang="ar-JO" sz="1600" b="1" dirty="0" smtClean="0">
                <a:solidFill>
                  <a:srgbClr val="C00000"/>
                </a:solidFill>
              </a:rPr>
              <a:t>2</a:t>
            </a:r>
            <a:endParaRPr lang="en-US" sz="1600" b="1" dirty="0">
              <a:solidFill>
                <a:srgbClr val="C00000"/>
              </a:solidFill>
            </a:endParaRPr>
          </a:p>
        </p:txBody>
      </p:sp>
      <p:sp>
        <p:nvSpPr>
          <p:cNvPr id="29" name="TextBox 28"/>
          <p:cNvSpPr txBox="1"/>
          <p:nvPr/>
        </p:nvSpPr>
        <p:spPr>
          <a:xfrm>
            <a:off x="7626320" y="3268245"/>
            <a:ext cx="298480" cy="338554"/>
          </a:xfrm>
          <a:prstGeom prst="rect">
            <a:avLst/>
          </a:prstGeom>
          <a:noFill/>
          <a:ln>
            <a:solidFill>
              <a:srgbClr val="FF0000"/>
            </a:solidFill>
          </a:ln>
        </p:spPr>
        <p:txBody>
          <a:bodyPr wrap="none" rtlCol="0">
            <a:spAutoFit/>
          </a:bodyPr>
          <a:lstStyle/>
          <a:p>
            <a:r>
              <a:rPr lang="ar-JO" sz="1600" b="1" dirty="0" smtClean="0">
                <a:solidFill>
                  <a:srgbClr val="C00000"/>
                </a:solidFill>
              </a:rPr>
              <a:t>3</a:t>
            </a:r>
            <a:endParaRPr lang="en-US" sz="1600" b="1" dirty="0">
              <a:solidFill>
                <a:srgbClr val="C00000"/>
              </a:solidFill>
            </a:endParaRPr>
          </a:p>
        </p:txBody>
      </p:sp>
      <p:sp>
        <p:nvSpPr>
          <p:cNvPr id="30" name="TextBox 29"/>
          <p:cNvSpPr txBox="1"/>
          <p:nvPr/>
        </p:nvSpPr>
        <p:spPr>
          <a:xfrm>
            <a:off x="3780502" y="4527361"/>
            <a:ext cx="298480" cy="338554"/>
          </a:xfrm>
          <a:prstGeom prst="rect">
            <a:avLst/>
          </a:prstGeom>
          <a:noFill/>
          <a:ln>
            <a:solidFill>
              <a:srgbClr val="FF0000"/>
            </a:solidFill>
          </a:ln>
        </p:spPr>
        <p:txBody>
          <a:bodyPr wrap="none" rtlCol="0">
            <a:spAutoFit/>
          </a:bodyPr>
          <a:lstStyle/>
          <a:p>
            <a:r>
              <a:rPr lang="ar-JO" sz="1600" b="1" dirty="0" smtClean="0">
                <a:solidFill>
                  <a:srgbClr val="C00000"/>
                </a:solidFill>
              </a:rPr>
              <a:t>4</a:t>
            </a:r>
            <a:endParaRPr lang="en-US" sz="1600" b="1" dirty="0">
              <a:solidFill>
                <a:srgbClr val="C000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p13"/>
          <p:cNvSpPr/>
          <p:nvPr/>
        </p:nvSpPr>
        <p:spPr>
          <a:xfrm>
            <a:off x="2730406" y="637309"/>
            <a:ext cx="4818619" cy="457200"/>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a:solidFill>
                  <a:srgbClr val="FF0000"/>
                </a:solidFill>
                <a:latin typeface="Calibri"/>
                <a:ea typeface="Calibri"/>
                <a:cs typeface="Calibri"/>
                <a:sym typeface="Calibri"/>
              </a:rPr>
              <a:t>           </a:t>
            </a:r>
            <a:endParaRPr sz="2400" b="1" i="0" u="none" strike="noStrike" cap="none">
              <a:solidFill>
                <a:srgbClr val="FF0000"/>
              </a:solidFill>
              <a:latin typeface="Calibri"/>
              <a:ea typeface="Calibri"/>
              <a:cs typeface="Calibri"/>
              <a:sym typeface="Calibri"/>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1331723" cy="7084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8" name="Google Shape;178;p13"/>
          <p:cNvSpPr/>
          <p:nvPr/>
        </p:nvSpPr>
        <p:spPr>
          <a:xfrm>
            <a:off x="468893" y="865909"/>
            <a:ext cx="9965521" cy="387442"/>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r" rtl="0">
              <a:spcBef>
                <a:spcPts val="0"/>
              </a:spcBef>
              <a:spcAft>
                <a:spcPts val="0"/>
              </a:spcAft>
              <a:buNone/>
            </a:pPr>
            <a:r>
              <a:rPr lang="ar-JO" sz="2400" b="1" i="0" u="none" strike="noStrike" cap="none" dirty="0">
                <a:solidFill>
                  <a:srgbClr val="FF0000"/>
                </a:solidFill>
                <a:latin typeface="Calibri"/>
                <a:ea typeface="Calibri"/>
                <a:cs typeface="Calibri"/>
                <a:sym typeface="Calibri"/>
              </a:rPr>
              <a:t>           تعتمد على الضوء</a:t>
            </a:r>
            <a:endParaRPr dirty="0"/>
          </a:p>
          <a:p>
            <a:pPr marL="0" marR="0" lvl="0" indent="0" algn="r" rtl="0">
              <a:spcBef>
                <a:spcPts val="0"/>
              </a:spcBef>
              <a:spcAft>
                <a:spcPts val="0"/>
              </a:spcAft>
              <a:buNone/>
            </a:pPr>
            <a:r>
              <a:rPr lang="ar-JO" sz="2400" b="1" i="0" u="none" strike="noStrike" cap="none" dirty="0">
                <a:solidFill>
                  <a:srgbClr val="FF0000"/>
                </a:solidFill>
                <a:latin typeface="Calibri"/>
                <a:ea typeface="Calibri"/>
                <a:cs typeface="Calibri"/>
                <a:sym typeface="Calibri"/>
              </a:rPr>
              <a:t>في تكوين صورة مكبر للعينة </a:t>
            </a:r>
            <a:endParaRPr sz="2400" b="1" i="0" u="none" strike="noStrike" cap="none" dirty="0">
              <a:solidFill>
                <a:srgbClr val="FF0000"/>
              </a:solidFill>
              <a:latin typeface="Calibri"/>
              <a:ea typeface="Calibri"/>
              <a:cs typeface="Calibri"/>
              <a:sym typeface="Calibri"/>
            </a:endParaRPr>
          </a:p>
        </p:txBody>
      </p:sp>
      <p:sp>
        <p:nvSpPr>
          <p:cNvPr id="179" name="Google Shape;179;p13"/>
          <p:cNvSpPr/>
          <p:nvPr/>
        </p:nvSpPr>
        <p:spPr>
          <a:xfrm>
            <a:off x="198947" y="256309"/>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dirty="0" smtClean="0">
                <a:solidFill>
                  <a:schemeClr val="dk1"/>
                </a:solidFill>
                <a:latin typeface="Calibri"/>
                <a:ea typeface="Calibri"/>
                <a:cs typeface="Calibri"/>
                <a:sym typeface="Calibri"/>
              </a:rPr>
              <a:t>ص 20</a:t>
            </a:r>
            <a:endParaRPr sz="2800" b="1" i="0" u="none" strike="noStrike" cap="none" dirty="0">
              <a:solidFill>
                <a:schemeClr val="dk1"/>
              </a:solidFill>
              <a:latin typeface="Calibri"/>
              <a:ea typeface="Calibri"/>
              <a:cs typeface="Calibri"/>
              <a:sym typeface="Calibri"/>
            </a:endParaRPr>
          </a:p>
        </p:txBody>
      </p:sp>
      <p:sp>
        <p:nvSpPr>
          <p:cNvPr id="181" name="Google Shape;181;p13"/>
          <p:cNvSpPr/>
          <p:nvPr/>
        </p:nvSpPr>
        <p:spPr>
          <a:xfrm>
            <a:off x="5498991" y="1344183"/>
            <a:ext cx="1815515" cy="457200"/>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82" name="Google Shape;182;p13"/>
          <p:cNvSpPr/>
          <p:nvPr/>
        </p:nvSpPr>
        <p:spPr>
          <a:xfrm>
            <a:off x="2450079" y="6497333"/>
            <a:ext cx="4956785" cy="360667"/>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84" name="Google Shape;184;p13"/>
          <p:cNvSpPr/>
          <p:nvPr/>
        </p:nvSpPr>
        <p:spPr>
          <a:xfrm>
            <a:off x="968830" y="6040133"/>
            <a:ext cx="6438034" cy="457200"/>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85" name="Google Shape;185;p13"/>
          <p:cNvSpPr/>
          <p:nvPr/>
        </p:nvSpPr>
        <p:spPr>
          <a:xfrm>
            <a:off x="1676401" y="5572317"/>
            <a:ext cx="5730464" cy="467816"/>
          </a:xfrm>
          <a:prstGeom prst="roundRect">
            <a:avLst>
              <a:gd name="adj" fmla="val 16667"/>
            </a:avLst>
          </a:prstGeom>
          <a:solidFill>
            <a:srgbClr val="FF0000">
              <a:alpha val="17647"/>
            </a:srgbClr>
          </a:soli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86" name="Google Shape;186;p13"/>
          <p:cNvSpPr/>
          <p:nvPr/>
        </p:nvSpPr>
        <p:spPr>
          <a:xfrm>
            <a:off x="1049292" y="5113285"/>
            <a:ext cx="5189266" cy="459032"/>
          </a:xfrm>
          <a:prstGeom prst="roundRect">
            <a:avLst>
              <a:gd name="adj" fmla="val 16667"/>
            </a:avLst>
          </a:prstGeom>
          <a:solidFill>
            <a:srgbClr val="FF0000">
              <a:alpha val="28627"/>
            </a:srgbClr>
          </a:soli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87" name="Google Shape;187;p13"/>
          <p:cNvSpPr/>
          <p:nvPr/>
        </p:nvSpPr>
        <p:spPr>
          <a:xfrm>
            <a:off x="5563875" y="2793669"/>
            <a:ext cx="1908764" cy="453734"/>
          </a:xfrm>
          <a:prstGeom prst="roundRect">
            <a:avLst>
              <a:gd name="adj" fmla="val 16667"/>
            </a:avLst>
          </a:prstGeom>
          <a:solidFill>
            <a:srgbClr val="FF0000">
              <a:alpha val="28627"/>
            </a:srgbClr>
          </a:soli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2" name="Google Shape;187;p13"/>
          <p:cNvSpPr/>
          <p:nvPr/>
        </p:nvSpPr>
        <p:spPr>
          <a:xfrm>
            <a:off x="4187847" y="4165269"/>
            <a:ext cx="1695006" cy="453734"/>
          </a:xfrm>
          <a:prstGeom prst="roundRect">
            <a:avLst>
              <a:gd name="adj" fmla="val 16667"/>
            </a:avLst>
          </a:prstGeom>
          <a:solidFill>
            <a:srgbClr val="FF0000">
              <a:alpha val="28627"/>
            </a:srgbClr>
          </a:soli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P spid="178" grpId="0" animBg="1"/>
      <p:bldP spid="181" grpId="0" animBg="1"/>
      <p:bldP spid="182" grpId="0" animBg="1"/>
      <p:bldP spid="184" grpId="0" animBg="1"/>
      <p:bldP spid="185" grpId="0" animBg="1"/>
      <p:bldP spid="186" grpId="0" animBg="1"/>
      <p:bldP spid="187"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14"/>
          <p:cNvPicPr preferRelativeResize="0"/>
          <p:nvPr/>
        </p:nvPicPr>
        <p:blipFill rotWithShape="1">
          <a:blip r:embed="rId3">
            <a:alphaModFix/>
          </a:blip>
          <a:srcRect/>
          <a:stretch/>
        </p:blipFill>
        <p:spPr>
          <a:xfrm>
            <a:off x="563562" y="1219200"/>
            <a:ext cx="10134600" cy="4724400"/>
          </a:xfrm>
          <a:prstGeom prst="rect">
            <a:avLst/>
          </a:prstGeom>
          <a:noFill/>
          <a:ln>
            <a:noFill/>
          </a:ln>
        </p:spPr>
      </p:pic>
      <p:cxnSp>
        <p:nvCxnSpPr>
          <p:cNvPr id="193" name="Google Shape;193;p14"/>
          <p:cNvCxnSpPr/>
          <p:nvPr/>
        </p:nvCxnSpPr>
        <p:spPr>
          <a:xfrm>
            <a:off x="4619525" y="1505575"/>
            <a:ext cx="1368000" cy="36600"/>
          </a:xfrm>
          <a:prstGeom prst="straightConnector1">
            <a:avLst/>
          </a:prstGeom>
          <a:noFill/>
          <a:ln w="9525" cap="flat" cmpd="sng">
            <a:solidFill>
              <a:schemeClr val="dk2"/>
            </a:solidFill>
            <a:prstDash val="solid"/>
            <a:round/>
            <a:headEnd type="none" w="med" len="med"/>
            <a:tailEnd type="none" w="med" len="med"/>
          </a:ln>
        </p:spPr>
      </p:cxnSp>
      <p:cxnSp>
        <p:nvCxnSpPr>
          <p:cNvPr id="194" name="Google Shape;194;p14"/>
          <p:cNvCxnSpPr/>
          <p:nvPr/>
        </p:nvCxnSpPr>
        <p:spPr>
          <a:xfrm rot="10800000" flipH="1">
            <a:off x="4747200" y="3402350"/>
            <a:ext cx="1404600" cy="36600"/>
          </a:xfrm>
          <a:prstGeom prst="straightConnector1">
            <a:avLst/>
          </a:prstGeom>
          <a:noFill/>
          <a:ln w="9525" cap="flat" cmpd="sng">
            <a:solidFill>
              <a:schemeClr val="dk2"/>
            </a:solidFill>
            <a:prstDash val="solid"/>
            <a:round/>
            <a:headEnd type="none" w="med" len="med"/>
            <a:tailEnd type="none" w="med" len="med"/>
          </a:ln>
        </p:spPr>
      </p:cxnSp>
      <p:cxnSp>
        <p:nvCxnSpPr>
          <p:cNvPr id="195" name="Google Shape;195;p14"/>
          <p:cNvCxnSpPr/>
          <p:nvPr/>
        </p:nvCxnSpPr>
        <p:spPr>
          <a:xfrm rot="10800000">
            <a:off x="7720200" y="5518125"/>
            <a:ext cx="820800" cy="36600"/>
          </a:xfrm>
          <a:prstGeom prst="straightConnector1">
            <a:avLst/>
          </a:prstGeom>
          <a:noFill/>
          <a:ln w="9525" cap="flat" cmpd="sng">
            <a:solidFill>
              <a:schemeClr val="dk2"/>
            </a:solidFill>
            <a:prstDash val="solid"/>
            <a:round/>
            <a:headEnd type="none" w="med" len="med"/>
            <a:tailEnd type="none" w="med" len="med"/>
          </a:ln>
        </p:spPr>
      </p:cxnSp>
      <p:cxnSp>
        <p:nvCxnSpPr>
          <p:cNvPr id="196" name="Google Shape;196;p14"/>
          <p:cNvCxnSpPr/>
          <p:nvPr/>
        </p:nvCxnSpPr>
        <p:spPr>
          <a:xfrm>
            <a:off x="4491850" y="4934575"/>
            <a:ext cx="1039800" cy="18300"/>
          </a:xfrm>
          <a:prstGeom prst="straightConnector1">
            <a:avLst/>
          </a:prstGeom>
          <a:noFill/>
          <a:ln w="9525" cap="flat" cmpd="sng">
            <a:solidFill>
              <a:schemeClr val="dk2"/>
            </a:solidFill>
            <a:prstDash val="solid"/>
            <a:round/>
            <a:headEnd type="none" w="med" len="med"/>
            <a:tailEnd type="none" w="med" len="med"/>
          </a:ln>
        </p:spPr>
      </p:cxnSp>
      <p:sp>
        <p:nvSpPr>
          <p:cNvPr id="8" name="Google Shape;181;p13"/>
          <p:cNvSpPr/>
          <p:nvPr/>
        </p:nvSpPr>
        <p:spPr>
          <a:xfrm>
            <a:off x="4272606" y="1219200"/>
            <a:ext cx="1815515" cy="457200"/>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9" name="Google Shape;181;p13"/>
          <p:cNvSpPr/>
          <p:nvPr/>
        </p:nvSpPr>
        <p:spPr>
          <a:xfrm>
            <a:off x="4395767" y="3109601"/>
            <a:ext cx="1815515" cy="329350"/>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0" name="Google Shape;181;p13"/>
          <p:cNvSpPr/>
          <p:nvPr/>
        </p:nvSpPr>
        <p:spPr>
          <a:xfrm>
            <a:off x="3941167" y="4681853"/>
            <a:ext cx="1815515" cy="457200"/>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
        <p:nvSpPr>
          <p:cNvPr id="11" name="Google Shape;181;p13"/>
          <p:cNvSpPr/>
          <p:nvPr/>
        </p:nvSpPr>
        <p:spPr>
          <a:xfrm>
            <a:off x="7605757" y="5289525"/>
            <a:ext cx="1133407" cy="457200"/>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5" descr="صور للخلية النباتية تحت المجهر ؟! راقب حدود كل خلية ومركز الادارة النواة  التي لاتخلو منها خلية والتي تحتوي المعلومات الوراثية الازمة لادارة وعمل  الخلية الحية فالنواة هي عقل الخلية الحية التي"/>
          <p:cNvSpPr/>
          <p:nvPr/>
        </p:nvSpPr>
        <p:spPr>
          <a:xfrm>
            <a:off x="2239962" y="1295400"/>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03" name="Google Shape;203;p15"/>
          <p:cNvPicPr preferRelativeResize="0"/>
          <p:nvPr/>
        </p:nvPicPr>
        <p:blipFill rotWithShape="1">
          <a:blip r:embed="rId3">
            <a:alphaModFix/>
          </a:blip>
          <a:srcRect/>
          <a:stretch/>
        </p:blipFill>
        <p:spPr>
          <a:xfrm>
            <a:off x="3611562" y="1066800"/>
            <a:ext cx="4764157" cy="4343400"/>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1126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10952"/>
          <a:stretch/>
        </p:blipFill>
        <p:spPr bwMode="auto">
          <a:xfrm>
            <a:off x="0" y="0"/>
            <a:ext cx="11337925" cy="6694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9" name="Google Shape;209;p16"/>
          <p:cNvSpPr/>
          <p:nvPr/>
        </p:nvSpPr>
        <p:spPr>
          <a:xfrm>
            <a:off x="2323415" y="4582885"/>
            <a:ext cx="5071373" cy="457200"/>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dirty="0">
                <a:solidFill>
                  <a:srgbClr val="FF0000"/>
                </a:solidFill>
                <a:latin typeface="Calibri"/>
                <a:ea typeface="Calibri"/>
                <a:cs typeface="Calibri"/>
                <a:sym typeface="Calibri"/>
              </a:rPr>
              <a:t>           </a:t>
            </a:r>
            <a:endParaRPr sz="2400" b="1" dirty="0">
              <a:solidFill>
                <a:srgbClr val="FF0000"/>
              </a:solidFill>
              <a:latin typeface="Calibri"/>
              <a:ea typeface="Calibri"/>
              <a:cs typeface="Calibri"/>
              <a:sym typeface="Calibri"/>
            </a:endParaRPr>
          </a:p>
        </p:txBody>
      </p:sp>
      <p:sp>
        <p:nvSpPr>
          <p:cNvPr id="212" name="Google Shape;212;p16"/>
          <p:cNvSpPr/>
          <p:nvPr/>
        </p:nvSpPr>
        <p:spPr>
          <a:xfrm>
            <a:off x="1425830" y="3446318"/>
            <a:ext cx="1795173" cy="457200"/>
          </a:xfrm>
          <a:prstGeom prst="roundRect">
            <a:avLst>
              <a:gd name="adj" fmla="val 16667"/>
            </a:avLst>
          </a:prstGeom>
          <a:solidFill>
            <a:schemeClr val="accent6">
              <a:alpha val="32941"/>
            </a:scheme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dirty="0">
                <a:solidFill>
                  <a:srgbClr val="FF0000"/>
                </a:solidFill>
                <a:latin typeface="Calibri"/>
                <a:ea typeface="Calibri"/>
                <a:cs typeface="Calibri"/>
                <a:sym typeface="Calibri"/>
              </a:rPr>
              <a:t>           </a:t>
            </a:r>
            <a:endParaRPr sz="2400" b="1" dirty="0">
              <a:solidFill>
                <a:srgbClr val="FF0000"/>
              </a:solidFill>
              <a:latin typeface="Calibri"/>
              <a:ea typeface="Calibri"/>
              <a:cs typeface="Calibri"/>
              <a:sym typeface="Calibri"/>
            </a:endParaRPr>
          </a:p>
        </p:txBody>
      </p:sp>
      <p:sp>
        <p:nvSpPr>
          <p:cNvPr id="214" name="Google Shape;214;p16"/>
          <p:cNvSpPr/>
          <p:nvPr/>
        </p:nvSpPr>
        <p:spPr>
          <a:xfrm>
            <a:off x="472413" y="685800"/>
            <a:ext cx="1700689" cy="762000"/>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b="1" dirty="0" smtClean="0">
                <a:solidFill>
                  <a:schemeClr val="dk1"/>
                </a:solidFill>
                <a:latin typeface="Calibri"/>
                <a:ea typeface="Calibri"/>
                <a:cs typeface="Calibri"/>
                <a:sym typeface="Calibri"/>
              </a:rPr>
              <a:t>22ص</a:t>
            </a:r>
            <a:endParaRPr sz="2800" b="1" dirty="0">
              <a:solidFill>
                <a:schemeClr val="dk1"/>
              </a:solidFill>
              <a:latin typeface="Calibri"/>
              <a:ea typeface="Calibri"/>
              <a:cs typeface="Calibri"/>
              <a:sym typeface="Calibri"/>
            </a:endParaRPr>
          </a:p>
        </p:txBody>
      </p:sp>
      <p:sp>
        <p:nvSpPr>
          <p:cNvPr id="215" name="Google Shape;215;p16"/>
          <p:cNvSpPr/>
          <p:nvPr/>
        </p:nvSpPr>
        <p:spPr>
          <a:xfrm>
            <a:off x="947057" y="5861956"/>
            <a:ext cx="6468757" cy="832758"/>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dirty="0">
                <a:solidFill>
                  <a:srgbClr val="FF0000"/>
                </a:solidFill>
                <a:latin typeface="Calibri"/>
                <a:ea typeface="Calibri"/>
                <a:cs typeface="Calibri"/>
                <a:sym typeface="Calibri"/>
              </a:rPr>
              <a:t>           </a:t>
            </a:r>
            <a:endParaRPr sz="2400" b="1"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animBg="1"/>
      <p:bldP spid="212" grpId="0" animBg="1"/>
      <p:bldP spid="2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294"/>
          <a:stretch/>
        </p:blipFill>
        <p:spPr bwMode="auto">
          <a:xfrm>
            <a:off x="108857" y="76200"/>
            <a:ext cx="11229068" cy="6683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Google Shape;213;p16"/>
          <p:cNvSpPr/>
          <p:nvPr/>
        </p:nvSpPr>
        <p:spPr>
          <a:xfrm>
            <a:off x="457200" y="76199"/>
            <a:ext cx="6929210" cy="5301343"/>
          </a:xfrm>
          <a:prstGeom prst="roundRect">
            <a:avLst>
              <a:gd name="adj" fmla="val 16667"/>
            </a:avLst>
          </a:prstGeom>
          <a:solidFill>
            <a:srgbClr val="00B0F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dirty="0">
                <a:solidFill>
                  <a:srgbClr val="FF0000"/>
                </a:solidFill>
                <a:latin typeface="Calibri"/>
                <a:ea typeface="Calibri"/>
                <a:cs typeface="Calibri"/>
                <a:sym typeface="Calibri"/>
              </a:rPr>
              <a:t>           </a:t>
            </a:r>
            <a:endParaRPr sz="2400" b="1" dirty="0">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390713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0" name="Google Shape;220;p17"/>
          <p:cNvPicPr preferRelativeResize="0"/>
          <p:nvPr/>
        </p:nvPicPr>
        <p:blipFill rotWithShape="1">
          <a:blip r:embed="rId3">
            <a:alphaModFix/>
          </a:blip>
          <a:srcRect/>
          <a:stretch/>
        </p:blipFill>
        <p:spPr>
          <a:xfrm>
            <a:off x="5440362" y="533400"/>
            <a:ext cx="5172075" cy="4876800"/>
          </a:xfrm>
          <a:prstGeom prst="rect">
            <a:avLst/>
          </a:prstGeom>
          <a:noFill/>
          <a:ln>
            <a:noFill/>
          </a:ln>
        </p:spPr>
      </p:pic>
      <p:pic>
        <p:nvPicPr>
          <p:cNvPr id="221" name="Google Shape;221;p17" descr="https://www.marefa.org/w/images/thumb/c/ca/Ant_SEM.jpg/200px-Ant_SEM.jpg"/>
          <p:cNvPicPr preferRelativeResize="0"/>
          <p:nvPr/>
        </p:nvPicPr>
        <p:blipFill rotWithShape="1">
          <a:blip r:embed="rId4">
            <a:alphaModFix/>
          </a:blip>
          <a:srcRect/>
          <a:stretch/>
        </p:blipFill>
        <p:spPr>
          <a:xfrm>
            <a:off x="715962" y="1371600"/>
            <a:ext cx="4191000" cy="3733800"/>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18" descr="https://www.gu.se/sites/default/files/dynamic-image/dynamic_image_1014_470/public/2020-05/TEM1.png?media_id=5330&amp;width=928&amp;height=400"/>
          <p:cNvPicPr preferRelativeResize="0"/>
          <p:nvPr/>
        </p:nvPicPr>
        <p:blipFill rotWithShape="1">
          <a:blip r:embed="rId3">
            <a:alphaModFix/>
          </a:blip>
          <a:srcRect/>
          <a:stretch/>
        </p:blipFill>
        <p:spPr>
          <a:xfrm>
            <a:off x="563562" y="685800"/>
            <a:ext cx="9658350" cy="4476751"/>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71" y="1"/>
            <a:ext cx="11146972" cy="6662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2" name="Google Shape;232;p19"/>
          <p:cNvSpPr/>
          <p:nvPr/>
        </p:nvSpPr>
        <p:spPr>
          <a:xfrm>
            <a:off x="3951514" y="261256"/>
            <a:ext cx="6775553" cy="2688773"/>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dirty="0">
                <a:solidFill>
                  <a:srgbClr val="FF0000"/>
                </a:solidFill>
                <a:latin typeface="Calibri"/>
                <a:ea typeface="Calibri"/>
                <a:cs typeface="Calibri"/>
                <a:sym typeface="Calibri"/>
              </a:rPr>
              <a:t>           </a:t>
            </a:r>
            <a:endParaRPr sz="2400" b="1" dirty="0">
              <a:solidFill>
                <a:srgbClr val="FF0000"/>
              </a:solidFill>
              <a:latin typeface="Calibri"/>
              <a:ea typeface="Calibri"/>
              <a:cs typeface="Calibri"/>
              <a:sym typeface="Calibri"/>
            </a:endParaRPr>
          </a:p>
        </p:txBody>
      </p:sp>
      <p:sp>
        <p:nvSpPr>
          <p:cNvPr id="233" name="Google Shape;233;p19"/>
          <p:cNvSpPr/>
          <p:nvPr/>
        </p:nvSpPr>
        <p:spPr>
          <a:xfrm>
            <a:off x="4012958" y="3200399"/>
            <a:ext cx="6372146" cy="1317172"/>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dirty="0">
                <a:solidFill>
                  <a:srgbClr val="FF0000"/>
                </a:solidFill>
                <a:latin typeface="Calibri"/>
                <a:ea typeface="Calibri"/>
                <a:cs typeface="Calibri"/>
                <a:sym typeface="Calibri"/>
              </a:rPr>
              <a:t>           </a:t>
            </a:r>
            <a:endParaRPr sz="2400" b="1"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20"/>
          <p:cNvPicPr preferRelativeResize="0"/>
          <p:nvPr/>
        </p:nvPicPr>
        <p:blipFill rotWithShape="1">
          <a:blip r:embed="rId3">
            <a:alphaModFix/>
          </a:blip>
          <a:srcRect l="22123" t="35227" r="22932" b="15908"/>
          <a:stretch/>
        </p:blipFill>
        <p:spPr>
          <a:xfrm>
            <a:off x="944562" y="1219200"/>
            <a:ext cx="9982200" cy="4876800"/>
          </a:xfrm>
          <a:prstGeom prst="rect">
            <a:avLst/>
          </a:prstGeom>
          <a:noFill/>
          <a:ln>
            <a:noFill/>
          </a:ln>
        </p:spPr>
      </p:pic>
      <p:sp>
        <p:nvSpPr>
          <p:cNvPr id="241" name="Google Shape;241;p20"/>
          <p:cNvSpPr/>
          <p:nvPr/>
        </p:nvSpPr>
        <p:spPr>
          <a:xfrm>
            <a:off x="1782762" y="1600199"/>
            <a:ext cx="5885419" cy="2894889"/>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a:solidFill>
                  <a:srgbClr val="FF0000"/>
                </a:solidFill>
                <a:latin typeface="Calibri"/>
                <a:ea typeface="Calibri"/>
                <a:cs typeface="Calibri"/>
                <a:sym typeface="Calibri"/>
              </a:rPr>
              <a:t>           </a:t>
            </a:r>
            <a:endParaRPr sz="2400" b="1">
              <a:solidFill>
                <a:srgbClr val="FF0000"/>
              </a:solidFill>
              <a:latin typeface="Calibri"/>
              <a:ea typeface="Calibri"/>
              <a:cs typeface="Calibri"/>
              <a:sym typeface="Calibri"/>
            </a:endParaRPr>
          </a:p>
        </p:txBody>
      </p:sp>
      <p:sp>
        <p:nvSpPr>
          <p:cNvPr id="4" name="Google Shape;181;p13"/>
          <p:cNvSpPr/>
          <p:nvPr/>
        </p:nvSpPr>
        <p:spPr>
          <a:xfrm>
            <a:off x="7921952" y="1771472"/>
            <a:ext cx="2705834" cy="1732304"/>
          </a:xfrm>
          <a:prstGeom prst="roundRect">
            <a:avLst>
              <a:gd name="adj" fmla="val 16667"/>
            </a:avLst>
          </a:prstGeom>
          <a:solidFill>
            <a:srgbClr val="7030A0">
              <a:alpha val="32941"/>
            </a:srgbClr>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endParaRPr sz="2400" b="1" i="0" u="none" strike="noStrike" cap="none" dirty="0">
              <a:solidFill>
                <a:srgbClr val="FF0000"/>
              </a:solidFill>
              <a:latin typeface="Calibri"/>
              <a:ea typeface="Calibri"/>
              <a:cs typeface="Calibri"/>
              <a:sym typeface="Calibri"/>
            </a:endParaRPr>
          </a:p>
          <a:p>
            <a:pPr marL="0" marR="0" lvl="0" indent="0" algn="ctr" rtl="0">
              <a:spcBef>
                <a:spcPts val="0"/>
              </a:spcBef>
              <a:spcAft>
                <a:spcPts val="0"/>
              </a:spcAft>
              <a:buNone/>
            </a:pPr>
            <a:r>
              <a:rPr lang="ar-JO" sz="2400" b="1" i="0" u="none" strike="noStrike" cap="none" dirty="0">
                <a:solidFill>
                  <a:srgbClr val="FF0000"/>
                </a:solidFill>
                <a:latin typeface="Calibri"/>
                <a:ea typeface="Calibri"/>
                <a:cs typeface="Calibri"/>
                <a:sym typeface="Calibri"/>
              </a:rPr>
              <a:t>           </a:t>
            </a:r>
            <a:endParaRPr sz="2400" b="1"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21"/>
          <p:cNvPicPr preferRelativeResize="0"/>
          <p:nvPr/>
        </p:nvPicPr>
        <p:blipFill rotWithShape="1">
          <a:blip r:embed="rId3">
            <a:alphaModFix/>
          </a:blip>
          <a:srcRect/>
          <a:stretch/>
        </p:blipFill>
        <p:spPr>
          <a:xfrm>
            <a:off x="487362" y="152400"/>
            <a:ext cx="10591800" cy="6553200"/>
          </a:xfrm>
          <a:prstGeom prst="rect">
            <a:avLst/>
          </a:prstGeom>
          <a:noFill/>
          <a:ln>
            <a:noFill/>
          </a:ln>
        </p:spPr>
      </p:pic>
      <p:sp>
        <p:nvSpPr>
          <p:cNvPr id="247" name="Google Shape;247;p21"/>
          <p:cNvSpPr/>
          <p:nvPr/>
        </p:nvSpPr>
        <p:spPr>
          <a:xfrm>
            <a:off x="868362" y="1066800"/>
            <a:ext cx="8991600" cy="762000"/>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ar-JO" sz="2400">
                <a:solidFill>
                  <a:schemeClr val="dk1"/>
                </a:solidFill>
                <a:latin typeface="Calibri"/>
                <a:ea typeface="Calibri"/>
                <a:cs typeface="Calibri"/>
                <a:sym typeface="Calibri"/>
              </a:rPr>
              <a:t>تطوير مناحي الحياة المختلفة :مثل تطوير الأجهزة الطبية وطرق حماية البيئة </a:t>
            </a:r>
            <a:endParaRPr sz="2400">
              <a:solidFill>
                <a:schemeClr val="dk1"/>
              </a:solidFill>
              <a:latin typeface="Calibri"/>
              <a:ea typeface="Calibri"/>
              <a:cs typeface="Calibri"/>
              <a:sym typeface="Calibri"/>
            </a:endParaRPr>
          </a:p>
        </p:txBody>
      </p:sp>
      <p:sp>
        <p:nvSpPr>
          <p:cNvPr id="248" name="Google Shape;248;p21"/>
          <p:cNvSpPr/>
          <p:nvPr/>
        </p:nvSpPr>
        <p:spPr>
          <a:xfrm>
            <a:off x="1020762" y="4495800"/>
            <a:ext cx="609600" cy="533400"/>
          </a:xfrm>
          <a:prstGeom prst="roundRect">
            <a:avLst>
              <a:gd name="adj" fmla="val 16667"/>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ar-JO" sz="3200">
                <a:solidFill>
                  <a:schemeClr val="dk1"/>
                </a:solidFill>
                <a:latin typeface="Calibri"/>
                <a:ea typeface="Calibri"/>
                <a:cs typeface="Calibri"/>
                <a:sym typeface="Calibri"/>
              </a:rPr>
              <a:t>1</a:t>
            </a:r>
            <a:endParaRPr sz="3200">
              <a:solidFill>
                <a:schemeClr val="dk1"/>
              </a:solidFill>
              <a:latin typeface="Calibri"/>
              <a:ea typeface="Calibri"/>
              <a:cs typeface="Calibri"/>
              <a:sym typeface="Calibri"/>
            </a:endParaRPr>
          </a:p>
        </p:txBody>
      </p:sp>
      <p:sp>
        <p:nvSpPr>
          <p:cNvPr id="249" name="Google Shape;249;p21"/>
          <p:cNvSpPr/>
          <p:nvPr/>
        </p:nvSpPr>
        <p:spPr>
          <a:xfrm>
            <a:off x="1020762" y="3810000"/>
            <a:ext cx="609600" cy="533400"/>
          </a:xfrm>
          <a:prstGeom prst="roundRect">
            <a:avLst>
              <a:gd name="adj" fmla="val 16667"/>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ar-JO" sz="3200">
                <a:solidFill>
                  <a:schemeClr val="dk1"/>
                </a:solidFill>
                <a:latin typeface="Calibri"/>
                <a:ea typeface="Calibri"/>
                <a:cs typeface="Calibri"/>
                <a:sym typeface="Calibri"/>
              </a:rPr>
              <a:t>3</a:t>
            </a:r>
            <a:endParaRPr sz="3200">
              <a:solidFill>
                <a:schemeClr val="dk1"/>
              </a:solidFill>
              <a:latin typeface="Calibri"/>
              <a:ea typeface="Calibri"/>
              <a:cs typeface="Calibri"/>
              <a:sym typeface="Calibri"/>
            </a:endParaRPr>
          </a:p>
        </p:txBody>
      </p:sp>
      <p:sp>
        <p:nvSpPr>
          <p:cNvPr id="250" name="Google Shape;250;p21"/>
          <p:cNvSpPr/>
          <p:nvPr/>
        </p:nvSpPr>
        <p:spPr>
          <a:xfrm>
            <a:off x="1020762" y="5334000"/>
            <a:ext cx="609600" cy="533400"/>
          </a:xfrm>
          <a:prstGeom prst="roundRect">
            <a:avLst>
              <a:gd name="adj" fmla="val 16667"/>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ar-JO" sz="3200">
                <a:solidFill>
                  <a:schemeClr val="dk1"/>
                </a:solidFill>
                <a:latin typeface="Calibri"/>
                <a:ea typeface="Calibri"/>
                <a:cs typeface="Calibri"/>
                <a:sym typeface="Calibri"/>
              </a:rPr>
              <a:t>2</a:t>
            </a:r>
            <a:endParaRPr sz="3200">
              <a:solidFill>
                <a:schemeClr val="dk1"/>
              </a:solidFill>
              <a:latin typeface="Calibri"/>
              <a:ea typeface="Calibri"/>
              <a:cs typeface="Calibri"/>
              <a:sym typeface="Calibri"/>
            </a:endParaRPr>
          </a:p>
        </p:txBody>
      </p:sp>
      <p:sp>
        <p:nvSpPr>
          <p:cNvPr id="251" name="Google Shape;251;p21"/>
          <p:cNvSpPr/>
          <p:nvPr/>
        </p:nvSpPr>
        <p:spPr>
          <a:xfrm>
            <a:off x="1020762" y="3127664"/>
            <a:ext cx="609600" cy="533400"/>
          </a:xfrm>
          <a:prstGeom prst="roundRect">
            <a:avLst>
              <a:gd name="adj" fmla="val 16667"/>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ar-JO" sz="3200">
                <a:solidFill>
                  <a:schemeClr val="dk1"/>
                </a:solidFill>
                <a:latin typeface="Calibri"/>
                <a:ea typeface="Calibri"/>
                <a:cs typeface="Calibri"/>
                <a:sym typeface="Calibri"/>
              </a:rPr>
              <a:t>4</a:t>
            </a:r>
            <a:endParaRPr sz="32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356" name="Google Shape;356;p31"/>
          <p:cNvPicPr preferRelativeResize="0"/>
          <p:nvPr/>
        </p:nvPicPr>
        <p:blipFill rotWithShape="1">
          <a:blip r:embed="rId3">
            <a:alphaModFix/>
          </a:blip>
          <a:srcRect l="16983" t="23310" r="18595" b="6898"/>
          <a:stretch/>
        </p:blipFill>
        <p:spPr>
          <a:xfrm>
            <a:off x="411162" y="0"/>
            <a:ext cx="10744200" cy="6477000"/>
          </a:xfrm>
          <a:prstGeom prst="rect">
            <a:avLst/>
          </a:prstGeom>
          <a:noFill/>
          <a:ln>
            <a:noFill/>
          </a:ln>
        </p:spPr>
      </p:pic>
      <p:sp>
        <p:nvSpPr>
          <p:cNvPr id="357" name="Google Shape;357;p31"/>
          <p:cNvSpPr/>
          <p:nvPr/>
        </p:nvSpPr>
        <p:spPr>
          <a:xfrm>
            <a:off x="3459162" y="2438400"/>
            <a:ext cx="381000" cy="304800"/>
          </a:xfrm>
          <a:prstGeom prst="ellipse">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0000"/>
              </a:solidFill>
              <a:latin typeface="Calibri"/>
              <a:ea typeface="Calibri"/>
              <a:cs typeface="Calibri"/>
              <a:sym typeface="Calibri"/>
            </a:endParaRPr>
          </a:p>
        </p:txBody>
      </p:sp>
      <p:sp>
        <p:nvSpPr>
          <p:cNvPr id="358" name="Google Shape;358;p31"/>
          <p:cNvSpPr/>
          <p:nvPr/>
        </p:nvSpPr>
        <p:spPr>
          <a:xfrm>
            <a:off x="9707562" y="4800600"/>
            <a:ext cx="381000" cy="304800"/>
          </a:xfrm>
          <a:prstGeom prst="ellipse">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32"/>
          <p:cNvPicPr preferRelativeResize="0"/>
          <p:nvPr/>
        </p:nvPicPr>
        <p:blipFill rotWithShape="1">
          <a:blip r:embed="rId3">
            <a:alphaModFix/>
          </a:blip>
          <a:srcRect b="45472"/>
          <a:stretch/>
        </p:blipFill>
        <p:spPr>
          <a:xfrm>
            <a:off x="715963" y="838200"/>
            <a:ext cx="9753600" cy="3080657"/>
          </a:xfrm>
          <a:prstGeom prst="rect">
            <a:avLst/>
          </a:prstGeom>
          <a:noFill/>
          <a:ln>
            <a:noFill/>
          </a:ln>
        </p:spPr>
      </p:pic>
      <p:sp>
        <p:nvSpPr>
          <p:cNvPr id="364" name="Google Shape;364;p32"/>
          <p:cNvSpPr/>
          <p:nvPr/>
        </p:nvSpPr>
        <p:spPr>
          <a:xfrm>
            <a:off x="9250362" y="2362200"/>
            <a:ext cx="381000" cy="381000"/>
          </a:xfrm>
          <a:prstGeom prst="ellipse">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457" y="571727"/>
            <a:ext cx="8860517" cy="5143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1" name="Google Shape;371;p33"/>
          <p:cNvSpPr/>
          <p:nvPr/>
        </p:nvSpPr>
        <p:spPr>
          <a:xfrm>
            <a:off x="1477962" y="2438400"/>
            <a:ext cx="4419600" cy="533400"/>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a:solidFill>
                  <a:schemeClr val="dk1"/>
                </a:solidFill>
                <a:latin typeface="Calibri"/>
                <a:ea typeface="Calibri"/>
                <a:cs typeface="Calibri"/>
                <a:sym typeface="Calibri"/>
              </a:rPr>
              <a:t>لتكون النتائج أكثر دقة</a:t>
            </a:r>
            <a:endParaRPr sz="2800">
              <a:solidFill>
                <a:schemeClr val="dk1"/>
              </a:solidFill>
              <a:latin typeface="Calibri"/>
              <a:ea typeface="Calibri"/>
              <a:cs typeface="Calibri"/>
              <a:sym typeface="Calibri"/>
            </a:endParaRPr>
          </a:p>
        </p:txBody>
      </p:sp>
      <p:sp>
        <p:nvSpPr>
          <p:cNvPr id="372" name="Google Shape;372;p33"/>
          <p:cNvSpPr/>
          <p:nvPr/>
        </p:nvSpPr>
        <p:spPr>
          <a:xfrm>
            <a:off x="1706562" y="3984172"/>
            <a:ext cx="5715000" cy="533400"/>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dirty="0" smtClean="0">
                <a:solidFill>
                  <a:schemeClr val="dk1"/>
                </a:solidFill>
                <a:latin typeface="Calibri"/>
                <a:ea typeface="Calibri"/>
                <a:cs typeface="Calibri"/>
                <a:sym typeface="Calibri"/>
              </a:rPr>
              <a:t>لاتخاذ قرار بقبول الفرضية أو رفضها</a:t>
            </a:r>
            <a:endParaRPr sz="28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514" y="1339170"/>
            <a:ext cx="10815411" cy="364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Google Shape;372;p33"/>
          <p:cNvSpPr/>
          <p:nvPr/>
        </p:nvSpPr>
        <p:spPr>
          <a:xfrm>
            <a:off x="759504" y="2819401"/>
            <a:ext cx="9516610" cy="533400"/>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dirty="0" smtClean="0">
                <a:solidFill>
                  <a:schemeClr val="dk1"/>
                </a:solidFill>
                <a:latin typeface="Calibri"/>
                <a:ea typeface="Calibri"/>
                <a:cs typeface="Calibri"/>
                <a:sym typeface="Calibri"/>
              </a:rPr>
              <a:t>النافذ : صورة مكبرة للعينة     *     الماسح : صورة ثلاثية الأبعاد </a:t>
            </a:r>
            <a:endParaRPr sz="2800" dirty="0">
              <a:solidFill>
                <a:schemeClr val="dk1"/>
              </a:solidFill>
              <a:latin typeface="Calibri"/>
              <a:ea typeface="Calibri"/>
              <a:cs typeface="Calibri"/>
              <a:sym typeface="Calibri"/>
            </a:endParaRPr>
          </a:p>
        </p:txBody>
      </p:sp>
      <p:sp>
        <p:nvSpPr>
          <p:cNvPr id="5" name="Google Shape;372;p33"/>
          <p:cNvSpPr/>
          <p:nvPr/>
        </p:nvSpPr>
        <p:spPr>
          <a:xfrm>
            <a:off x="911904" y="4718957"/>
            <a:ext cx="9516610" cy="1268186"/>
          </a:xfrm>
          <a:prstGeom prst="roundRect">
            <a:avLst>
              <a:gd name="adj" fmla="val 16667"/>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ar-JO" sz="2800" dirty="0" smtClean="0">
                <a:solidFill>
                  <a:schemeClr val="dk1"/>
                </a:solidFill>
                <a:latin typeface="Calibri"/>
                <a:ea typeface="Calibri"/>
                <a:cs typeface="Calibri"/>
                <a:sym typeface="Calibri"/>
              </a:rPr>
              <a:t>علم التكنولجيا الحيوية : </a:t>
            </a:r>
            <a:r>
              <a:rPr lang="ar-JO" sz="2800" smtClean="0">
                <a:solidFill>
                  <a:schemeClr val="dk1"/>
                </a:solidFill>
                <a:latin typeface="Calibri"/>
                <a:ea typeface="Calibri"/>
                <a:cs typeface="Calibri"/>
                <a:sym typeface="Calibri"/>
              </a:rPr>
              <a:t>معالجة الكائنات </a:t>
            </a:r>
            <a:r>
              <a:rPr lang="ar-JO" sz="2800" dirty="0" smtClean="0">
                <a:solidFill>
                  <a:schemeClr val="dk1"/>
                </a:solidFill>
                <a:latin typeface="Calibri"/>
                <a:ea typeface="Calibri"/>
                <a:cs typeface="Calibri"/>
                <a:sym typeface="Calibri"/>
              </a:rPr>
              <a:t>الحية أو الخلايا جينيا </a:t>
            </a:r>
          </a:p>
          <a:p>
            <a:pPr marL="0" marR="0" lvl="0" indent="0" algn="ctr" rtl="0">
              <a:spcBef>
                <a:spcPts val="0"/>
              </a:spcBef>
              <a:spcAft>
                <a:spcPts val="0"/>
              </a:spcAft>
              <a:buNone/>
            </a:pPr>
            <a:r>
              <a:rPr lang="ar-JO" sz="2800" dirty="0" smtClean="0">
                <a:solidFill>
                  <a:schemeClr val="dk1"/>
                </a:solidFill>
                <a:latin typeface="Calibri"/>
                <a:ea typeface="Calibri"/>
                <a:cs typeface="Calibri"/>
                <a:sym typeface="Calibri"/>
              </a:rPr>
              <a:t>    </a:t>
            </a:r>
          </a:p>
          <a:p>
            <a:pPr marL="0" marR="0" lvl="0" indent="0" algn="ctr" rtl="0">
              <a:spcBef>
                <a:spcPts val="0"/>
              </a:spcBef>
              <a:spcAft>
                <a:spcPts val="0"/>
              </a:spcAft>
              <a:buNone/>
            </a:pPr>
            <a:r>
              <a:rPr lang="ar-JO" sz="2800" dirty="0" smtClean="0">
                <a:solidFill>
                  <a:schemeClr val="dk1"/>
                </a:solidFill>
                <a:latin typeface="Calibri"/>
                <a:ea typeface="Calibri"/>
                <a:cs typeface="Calibri"/>
                <a:sym typeface="Calibri"/>
              </a:rPr>
              <a:t> علم الأحياء الدقيقة :دراسة الكائنات الحية الدقيقة </a:t>
            </a:r>
            <a:endParaRPr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2458725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3285</TotalTime>
  <Words>136</Words>
  <Application>Microsoft Office PowerPoint</Application>
  <PresentationFormat>Custom</PresentationFormat>
  <Paragraphs>140</Paragraphs>
  <Slides>26</Slides>
  <Notes>22</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40</cp:revision>
  <dcterms:created xsi:type="dcterms:W3CDTF">2022-09-24T04:09:23Z</dcterms:created>
  <dcterms:modified xsi:type="dcterms:W3CDTF">2026-09-05T11:14:23Z</dcterms:modified>
</cp:coreProperties>
</file>